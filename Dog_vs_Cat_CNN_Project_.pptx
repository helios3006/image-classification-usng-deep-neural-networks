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7" autoAdjust="0"/>
  </p:normalViewPr>
  <p:slideViewPr>
    <p:cSldViewPr snapToGrid="0" snapToObjects="1">
      <p:cViewPr varScale="1">
        <p:scale>
          <a:sx n="82" d="100"/>
          <a:sy n="82" d="100"/>
        </p:scale>
        <p:origin x="1478" y="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64957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3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5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4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3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5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29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7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01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17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44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82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7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0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48AC-23B4-43AD-B367-400B175B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6" y="206145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Image Classification using deep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33837-8868-418B-8C39-00C8D36B2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97155"/>
            <a:ext cx="8229600" cy="322900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Henri Hoxha</a:t>
            </a:r>
            <a:br>
              <a:rPr lang="en-US" dirty="0"/>
            </a:br>
            <a:r>
              <a:rPr lang="en-US" dirty="0"/>
              <a:t>                          Helios </a:t>
            </a:r>
            <a:r>
              <a:rPr lang="en-US" dirty="0" err="1"/>
              <a:t>Cela</a:t>
            </a:r>
            <a:br>
              <a:rPr lang="en-US" dirty="0"/>
            </a:br>
            <a:r>
              <a:rPr lang="en-US" dirty="0"/>
              <a:t>                                                    Ilia </a:t>
            </a:r>
            <a:r>
              <a:rPr lang="en-US" dirty="0" err="1"/>
              <a:t>Ekonomi</a:t>
            </a:r>
            <a:endParaRPr lang="en-US" dirty="0"/>
          </a:p>
        </p:txBody>
      </p:sp>
      <p:pic>
        <p:nvPicPr>
          <p:cNvPr id="4" name="Picture 2" descr="Epoka University - Wikipedia">
            <a:extLst>
              <a:ext uri="{FF2B5EF4-FFF2-40B4-BE49-F238E27FC236}">
                <a16:creationId xmlns:a16="http://schemas.microsoft.com/office/drawing/2014/main" id="{524C7F3A-315D-437A-88E0-1C82C8EE7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750" y="291561"/>
            <a:ext cx="2641600" cy="87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72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Dog vs Cat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Worked this </a:t>
            </a:r>
            <a:r>
              <a:rPr dirty="0"/>
              <a:t>Deep Learning Project using CNN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This project builds a Convolutional Neural Network (CNN) from scratch to classify images as dogs or cats.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Applications include:</a:t>
            </a:r>
          </a:p>
          <a:p>
            <a:r>
              <a:rPr dirty="0"/>
              <a:t>• Medical diagnosis</a:t>
            </a:r>
          </a:p>
          <a:p>
            <a:r>
              <a:rPr dirty="0"/>
              <a:t>• Autonomous driving</a:t>
            </a:r>
          </a:p>
          <a:p>
            <a:r>
              <a:rPr dirty="0"/>
              <a:t>• Security systems</a:t>
            </a:r>
          </a:p>
          <a:p>
            <a:r>
              <a:rPr dirty="0"/>
              <a:t>• Retail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how CNNs work</a:t>
            </a:r>
          </a:p>
          <a:p>
            <a:r>
              <a:t>• Preprocess image datasets</a:t>
            </a:r>
          </a:p>
          <a:p>
            <a:r>
              <a:t>• Train and evaluate a deep learning model</a:t>
            </a:r>
          </a:p>
          <a:p>
            <a:r>
              <a:t>• Avoid overfitting</a:t>
            </a:r>
          </a:p>
          <a:p>
            <a:r>
              <a:t>• Build a project suitable for GitHub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Dataset: Kaggle Dogs vs Cats</a:t>
            </a:r>
          </a:p>
          <a:p>
            <a:r>
              <a:rPr lang="en-US" dirty="0"/>
              <a:t>25,</a:t>
            </a:r>
            <a:r>
              <a:rPr dirty="0"/>
              <a:t>000 labeled images</a:t>
            </a:r>
          </a:p>
          <a:p>
            <a:r>
              <a:rPr dirty="0"/>
              <a:t>Classes: Dog or Cat</a:t>
            </a:r>
          </a:p>
          <a:p>
            <a:endParaRPr dirty="0"/>
          </a:p>
          <a:p>
            <a:r>
              <a:rPr dirty="0"/>
              <a:t>Images resized to 128</a:t>
            </a:r>
            <a:r>
              <a:rPr lang="en-US" dirty="0"/>
              <a:t> </a:t>
            </a:r>
            <a:r>
              <a:rPr dirty="0"/>
              <a:t>x</a:t>
            </a:r>
            <a:r>
              <a:rPr lang="en-US" dirty="0"/>
              <a:t> </a:t>
            </a:r>
            <a:r>
              <a:rPr dirty="0"/>
              <a:t>128 pixels before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Download raw dataset</a:t>
            </a:r>
          </a:p>
          <a:p>
            <a:r>
              <a:t>2. Split into train/validation/test</a:t>
            </a:r>
          </a:p>
          <a:p>
            <a:r>
              <a:t>3. Folder structure used by TensorFlow</a:t>
            </a:r>
          </a:p>
          <a:p>
            <a:r>
              <a:t>4. Normalize images to values between 0–1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Convolutional Neural Networks detect patterns in images.</a:t>
            </a:r>
          </a:p>
          <a:p>
            <a:r>
              <a:t>They learn:</a:t>
            </a:r>
          </a:p>
          <a:p>
            <a:r>
              <a:t>• Edges</a:t>
            </a:r>
          </a:p>
          <a:p>
            <a:r>
              <a:t>• Textures</a:t>
            </a:r>
          </a:p>
          <a:p>
            <a:r>
              <a:t>• Shapes</a:t>
            </a:r>
          </a:p>
          <a:p>
            <a:r>
              <a:t>• Objects</a:t>
            </a:r>
          </a:p>
          <a:p>
            <a:endParaRPr/>
          </a:p>
          <a:p>
            <a:r>
              <a:t>They outperform traditional ML for image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Input Layer</a:t>
            </a:r>
          </a:p>
          <a:p>
            <a:r>
              <a:t>Rescaling Layer</a:t>
            </a:r>
          </a:p>
          <a:p>
            <a:r>
              <a:t>Conv2D + ReLU + MaxPooling (3 blocks)</a:t>
            </a:r>
          </a:p>
          <a:p>
            <a:r>
              <a:t>Dropout Layer</a:t>
            </a:r>
          </a:p>
          <a:p>
            <a:r>
              <a:t>Flatten</a:t>
            </a:r>
          </a:p>
          <a:p>
            <a:r>
              <a:t>Dense Layer</a:t>
            </a:r>
          </a:p>
          <a:p>
            <a:r>
              <a:t>Sigmoid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Each Layer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Conv2D → detects features</a:t>
            </a:r>
          </a:p>
          <a:p>
            <a:r>
              <a:t>ReLU → adds non-linearity</a:t>
            </a:r>
          </a:p>
          <a:p>
            <a:r>
              <a:t>MaxPooling → reduces image size</a:t>
            </a:r>
          </a:p>
          <a:p>
            <a:r>
              <a:t>Dropout → prevents overfitting</a:t>
            </a:r>
          </a:p>
          <a:p>
            <a:r>
              <a:t>Dense → final decision making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loaded using image_dataset_from_directory()</a:t>
            </a:r>
          </a:p>
          <a:p>
            <a:r>
              <a:t>• Optimizer: Adam</a:t>
            </a:r>
          </a:p>
          <a:p>
            <a:r>
              <a:t>• Loss: Binary Crossentropy</a:t>
            </a:r>
          </a:p>
          <a:p>
            <a:r>
              <a:t>• Metrics: Accuracy</a:t>
            </a:r>
          </a:p>
          <a:p>
            <a:r>
              <a:t>• EarlyStopping used to prevent over-training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on test dataset:</a:t>
            </a:r>
          </a:p>
          <a:p>
            <a:r>
              <a:t>• Accuracy</a:t>
            </a:r>
          </a:p>
          <a:p>
            <a:r>
              <a:t>• Precision &amp; Recall</a:t>
            </a:r>
          </a:p>
          <a:p>
            <a:r>
              <a:t>• Confusion Matrix</a:t>
            </a:r>
          </a:p>
          <a:p>
            <a:endParaRPr/>
          </a:p>
          <a:p>
            <a:r>
              <a:t>Helps understand misclassifications.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 accuracy: 80–90%</a:t>
            </a:r>
          </a:p>
          <a:p>
            <a:r>
              <a:t>Depends on dataset size &amp; training time</a:t>
            </a:r>
          </a:p>
          <a:p>
            <a:endParaRPr/>
          </a:p>
          <a:p>
            <a:r>
              <a:t>Model improved using Dropout and EarlyStopping.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Overfitting with small datasets</a:t>
            </a:r>
          </a:p>
          <a:p>
            <a:r>
              <a:t>• Some images blurry or mislabeled</a:t>
            </a:r>
          </a:p>
          <a:p>
            <a:r>
              <a:t>• Training time on CPU</a:t>
            </a:r>
          </a:p>
          <a:p>
            <a:r>
              <a:t>• Need for better hyperparameter tuning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Transfer Learning (ResNet, MobileNet)</a:t>
            </a:r>
          </a:p>
          <a:p>
            <a:r>
              <a:t>• Data Augmentation</a:t>
            </a:r>
          </a:p>
          <a:p>
            <a:r>
              <a:t>• Hyperparameter tuning</a:t>
            </a:r>
          </a:p>
          <a:p>
            <a:r>
              <a:t>• Deploy as web app</a:t>
            </a:r>
          </a:p>
          <a:p>
            <a:r>
              <a:t>• Real-time webcam classifier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Animal monitoring systems</a:t>
            </a:r>
          </a:p>
          <a:p>
            <a:r>
              <a:t>• Pet adoption websites</a:t>
            </a:r>
          </a:p>
          <a:p>
            <a:r>
              <a:t>• Wildlife tracking</a:t>
            </a:r>
          </a:p>
          <a:p>
            <a:r>
              <a:t>• Retail image recognition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the full deep learning pipeline:</a:t>
            </a:r>
          </a:p>
          <a:p>
            <a:r>
              <a:t>Dataset → Preprocessing → CNN → Training → Evaluation → Prediction</a:t>
            </a:r>
          </a:p>
          <a:p>
            <a:endParaRPr/>
          </a:p>
          <a:p>
            <a:r>
              <a:t>CNNs are powerful tools for image classification.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85</TotalTime>
  <Words>403</Words>
  <Application>Microsoft Office PowerPoint</Application>
  <PresentationFormat>On-screen Show (4:3)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Parallax</vt:lpstr>
      <vt:lpstr>Image Classification using deep neural network</vt:lpstr>
      <vt:lpstr>Dog vs Cat Image Classification</vt:lpstr>
      <vt:lpstr>Motivation</vt:lpstr>
      <vt:lpstr>Project Objectives</vt:lpstr>
      <vt:lpstr>Dataset Description</vt:lpstr>
      <vt:lpstr>Dataset Preparation</vt:lpstr>
      <vt:lpstr>What is a CNN?</vt:lpstr>
      <vt:lpstr>CNN Architecture Used</vt:lpstr>
      <vt:lpstr>Why Each Layer Matters</vt:lpstr>
      <vt:lpstr>Training Process</vt:lpstr>
      <vt:lpstr>Model Evaluation</vt:lpstr>
      <vt:lpstr>Results</vt:lpstr>
      <vt:lpstr>Challenges Faced</vt:lpstr>
      <vt:lpstr>Future Improvements</vt:lpstr>
      <vt:lpstr>Real-World 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Classification using deep neural network</dc:title>
  <dc:subject/>
  <dc:creator/>
  <cp:keywords/>
  <dc:description>generated using python-pptx</dc:description>
  <cp:lastModifiedBy>helios Çela</cp:lastModifiedBy>
  <cp:revision>5</cp:revision>
  <dcterms:created xsi:type="dcterms:W3CDTF">2013-01-27T09:14:16Z</dcterms:created>
  <dcterms:modified xsi:type="dcterms:W3CDTF">2026-02-13T18:52:53Z</dcterms:modified>
  <cp:category/>
</cp:coreProperties>
</file>